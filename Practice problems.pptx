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3" r:id="rId4"/>
    <p:sldId id="257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RAMUL HAQUE KABIR" userId="1c792b8e-c443-4163-8469-64fd36ead25a" providerId="ADAL" clId="{731EF8E1-515C-46EE-A469-03714C30A1F6}"/>
    <pc:docChg chg="delSld">
      <pc:chgData name="ACRAMUL HAQUE KABIR" userId="1c792b8e-c443-4163-8469-64fd36ead25a" providerId="ADAL" clId="{731EF8E1-515C-46EE-A469-03714C30A1F6}" dt="2026-08-13T11:47:33.735" v="1" actId="47"/>
      <pc:docMkLst>
        <pc:docMk/>
      </pc:docMkLst>
      <pc:sldChg chg="del">
        <pc:chgData name="ACRAMUL HAQUE KABIR" userId="1c792b8e-c443-4163-8469-64fd36ead25a" providerId="ADAL" clId="{731EF8E1-515C-46EE-A469-03714C30A1F6}" dt="2026-08-13T11:47:33.735" v="1" actId="47"/>
        <pc:sldMkLst>
          <pc:docMk/>
          <pc:sldMk cId="2945315416" sldId="259"/>
        </pc:sldMkLst>
      </pc:sldChg>
      <pc:sldChg chg="del">
        <pc:chgData name="ACRAMUL HAQUE KABIR" userId="1c792b8e-c443-4163-8469-64fd36ead25a" providerId="ADAL" clId="{731EF8E1-515C-46EE-A469-03714C30A1F6}" dt="2026-08-13T11:47:22.707" v="0" actId="47"/>
        <pc:sldMkLst>
          <pc:docMk/>
          <pc:sldMk cId="2830861628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2CFA-5CEF-430E-9FFB-438A474E4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88EC4-A2A4-411F-AC4D-1F4355E8B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47C80-590B-41AA-BC91-E65C5DBE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AF1A-1684-4219-9F54-72AFE120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5B23C-EA00-4EE3-9F60-20A85687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3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7707-55E1-43D0-A316-A24A358C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84947-AFB8-45D0-93A3-4E2B3F5EF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7FB1F-DABA-4B4C-94F3-DFA4926E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E11ED-DC95-4D88-94AD-2D76434E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FCA07-F08C-43F7-B5E2-6840CD4A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2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849B-D419-4D6F-96F8-6A1BE84F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65FB6-32F0-4F6F-9948-1359AD57A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5E37F-27FD-4666-8B95-E35278CE5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5F20A-5982-4B00-A53C-777FEAB2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72889-38F2-4152-AAA4-FA1E2A45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9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3D60-FFCE-4761-B97D-92AE4404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55F4-481F-411C-A8EE-222166F30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EDECE-748E-4844-9851-8EFDABEFA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0C5-C226-45A5-B0FC-58DCAB4A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A7379-2913-4C98-AAE5-ACAF11CB6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6D319-E4E5-4966-9123-41896AF5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0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1B57-AE56-49AE-9C21-44699784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7966F-DF74-48B0-9845-66EBD9A8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48C82-2E02-40FB-BF2F-4A4B41366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76BFB-DFAF-4993-BC76-E5F3A9125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E22DF-3B9F-474C-AC23-001CC5464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8F076-3395-4243-B324-994B47FA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D02E2-B817-42C2-87E4-466D6139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5E4BE8-DEFD-4652-ABAB-011A3EFE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1BEF-8BD9-464B-A692-E2DFEB88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99A31-4A9A-420F-A9B6-F0F9CD3A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9F688-70CB-48FA-A2E9-82FA9E7B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62ABF-1795-4B56-A05A-B16CC279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9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9561D-7A30-4BE5-B4ED-4BAA80F9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AE2C4-52B5-4630-B0F2-0DDE07F8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843C6-7377-4583-8FE2-A8ABE986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2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7067-3745-46CC-8371-C6C3A8F7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FC162-24A3-49E3-8037-A671ECED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CA023-2F9E-4495-BEDA-446FA5D73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C228B-FCB8-4C55-B909-8F63BC3F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F9664-4B20-45A5-AE29-9427F931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2C22F-33AF-4C5B-8CF7-23938E6C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4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9E00-095B-4C5A-A644-68584D30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6BDFF-E734-4AC9-B067-D3587EF01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67041-DECF-48E7-BCCF-E16B4BD58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2E03E-23C9-4A2E-A37B-DF4C6CEE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10B36-F2C6-4F97-AF08-ECF2BAC6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DCF38-C9EE-4915-A239-048C57C0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9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82AE-77D7-44FB-ABBE-50DE7650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6196F-876D-4546-965C-F9B4E7425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BF37A-03F2-4AFB-9E4C-94A2441E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0E072-A015-4BA8-AF57-4C410578E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5EDE-333E-4C50-9BBC-2097ACD1B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8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5DA84-D97C-4C5C-A090-34AD94799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5AE3D-98B9-4B30-9BF3-F6B26CCBD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1CAA2-C458-4B42-837B-FA0E64B1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F8850-E484-4538-81DE-976A2DEF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6A000-4C24-48F1-A52D-8C0C7750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2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B13937-B95C-498B-9B5E-8A7F156F7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C0FFD-BC26-41B8-ABC2-24C8D38C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32D7D-0393-4758-BE37-C0CAE363D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EBB95-70ED-40F3-B43D-AFD653309BC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39F06-9495-4573-82B2-EF74B8E25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97796-2C0A-45D3-8B4F-0F236A90D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50CF3-AFD0-4F17-ABCC-71CCB3486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1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BC4978-8ABC-4951-80B6-03418582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746" y="0"/>
            <a:ext cx="6697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0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75DD5D-F830-46E8-9A09-9250C0002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862" y="0"/>
            <a:ext cx="7431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7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56CD84-7CAA-4DFA-9822-11F3FA181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1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C2E7A5-D62E-4119-84C9-1EF91599E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927" y="0"/>
            <a:ext cx="7984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5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1453DD-ECAF-43D1-B494-E42E24B27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03" y="0"/>
            <a:ext cx="7199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4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0C920D-9114-4DCA-8A7E-249AD0A41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5"/>
          <a:stretch/>
        </p:blipFill>
        <p:spPr>
          <a:xfrm>
            <a:off x="2386884" y="128788"/>
            <a:ext cx="7418231" cy="6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10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63E06-8EB1-4327-8765-A426EE942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94" y="0"/>
            <a:ext cx="11119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79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ACRAMUL HAQUE KABIR</dc:creator>
  <cp:lastModifiedBy>ACRAMUL HAQUE KABIR</cp:lastModifiedBy>
  <cp:revision>3</cp:revision>
  <dcterms:created xsi:type="dcterms:W3CDTF">2026-04-30T08:07:22Z</dcterms:created>
  <dcterms:modified xsi:type="dcterms:W3CDTF">2026-08-13T11:47:39Z</dcterms:modified>
</cp:coreProperties>
</file>